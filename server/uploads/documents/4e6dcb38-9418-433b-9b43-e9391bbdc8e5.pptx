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a90629e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0a90629e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b3f9bcc2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9b3f9bcc2c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0" type="dt"/>
          </p:nvPr>
        </p:nvSpPr>
        <p:spPr>
          <a:xfrm>
            <a:off x="785026" y="635300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140198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82831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872110" y="-2030424"/>
            <a:ext cx="10583741" cy="9974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872110" y="-782219"/>
            <a:ext cx="10583741" cy="38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78397" y="1582451"/>
            <a:ext cx="8678656" cy="1787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8279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930859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10405835" y="6593718"/>
            <a:ext cx="1653425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phenikaa-uni.edu.vn</a:t>
            </a:r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24528" y="227160"/>
            <a:ext cx="8061101" cy="55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71"/>
              </a:buClr>
              <a:buSzPts val="3300"/>
              <a:buFont typeface="Arial"/>
              <a:buNone/>
              <a:defRPr b="1" i="0" sz="3300" u="none" cap="none" strike="noStrike">
                <a:solidFill>
                  <a:srgbClr val="2237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80418" y="235206"/>
            <a:ext cx="2732129" cy="550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idx="10" type="dt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324528" y="227160"/>
            <a:ext cx="8061101" cy="55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71"/>
              </a:buClr>
              <a:buSzPts val="3300"/>
              <a:buFont typeface="Arial"/>
              <a:buNone/>
              <a:defRPr b="1" i="0" sz="3300" u="none" cap="none" strike="noStrike">
                <a:solidFill>
                  <a:srgbClr val="2237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80418" y="235206"/>
            <a:ext cx="2732129" cy="550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0" type="dt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324528" y="227160"/>
            <a:ext cx="8061101" cy="55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71"/>
              </a:buClr>
              <a:buSzPts val="3300"/>
              <a:buFont typeface="Arial"/>
              <a:buNone/>
              <a:defRPr b="1" i="0" sz="3300" u="none" cap="none" strike="noStrike">
                <a:solidFill>
                  <a:srgbClr val="2237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80418" y="235206"/>
            <a:ext cx="2732129" cy="550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idx="10" type="dt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324528" y="227160"/>
            <a:ext cx="8061101" cy="55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71"/>
              </a:buClr>
              <a:buSzPts val="3300"/>
              <a:buFont typeface="Arial"/>
              <a:buNone/>
              <a:defRPr b="1" i="0" sz="3300" u="none" cap="none" strike="noStrike">
                <a:solidFill>
                  <a:srgbClr val="2237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80418" y="235206"/>
            <a:ext cx="2732129" cy="550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ctrTitle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71"/>
              </a:buClr>
              <a:buSzPts val="5600"/>
              <a:buFont typeface="Arial"/>
              <a:buNone/>
              <a:defRPr b="1" i="0" sz="5600" u="none" cap="none" strike="noStrike">
                <a:solidFill>
                  <a:srgbClr val="2237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1" y="862149"/>
            <a:ext cx="7096258" cy="5631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80418" y="235206"/>
            <a:ext cx="2732129" cy="550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324528" y="227160"/>
            <a:ext cx="8061101" cy="55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7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223771"/>
                </a:solidFill>
                <a:latin typeface="Arial"/>
                <a:ea typeface="Arial"/>
                <a:cs typeface="Arial"/>
                <a:sym typeface="Arial"/>
              </a:rPr>
              <a:t>CHỦ ĐỀ</a:t>
            </a:r>
            <a:endParaRPr b="1" sz="3000">
              <a:solidFill>
                <a:srgbClr val="22377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80418" y="235206"/>
            <a:ext cx="2732129" cy="550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701899" y="351789"/>
            <a:ext cx="8061101" cy="922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71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2237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9"/>
          <p:cNvSpPr txBox="1"/>
          <p:nvPr>
            <p:ph idx="3" type="body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80418" y="235206"/>
            <a:ext cx="2732129" cy="550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idx="10" type="dt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" name="Google Shape;7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3692" y="90029"/>
            <a:ext cx="2539035" cy="511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idx="10" type="dt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80418" y="235206"/>
            <a:ext cx="2732129" cy="550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3692" y="90029"/>
            <a:ext cx="2539035" cy="511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idx="10" type="dt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" name="Google Shape;10;p1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11" name="Google Shape;11;p1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ctrTitle"/>
          </p:nvPr>
        </p:nvSpPr>
        <p:spPr>
          <a:xfrm>
            <a:off x="486311" y="3389362"/>
            <a:ext cx="112194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872110" y="-782219"/>
            <a:ext cx="1058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0" y="4601025"/>
            <a:ext cx="12008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324528" y="227160"/>
            <a:ext cx="8061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71"/>
              </a:buClr>
              <a:buSzPts val="3300"/>
              <a:buFont typeface="Arial"/>
              <a:buNone/>
            </a:pPr>
            <a:r>
              <a:rPr lang="en-US" sz="3094">
                <a:latin typeface="Calibri"/>
                <a:ea typeface="Calibri"/>
                <a:cs typeface="Calibri"/>
                <a:sym typeface="Calibri"/>
              </a:rPr>
              <a:t>Tittle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24535" y="974875"/>
            <a:ext cx="116838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23771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35200" y="4808150"/>
            <a:ext cx="11573100" cy="16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39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350"/>
          </a:p>
        </p:txBody>
      </p:sp>
      <p:sp>
        <p:nvSpPr>
          <p:cNvPr id="102" name="Google Shape;102;p14"/>
          <p:cNvSpPr txBox="1"/>
          <p:nvPr/>
        </p:nvSpPr>
        <p:spPr>
          <a:xfrm>
            <a:off x="379875" y="1101350"/>
            <a:ext cx="11573100" cy="53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chemeClr val="dk1"/>
                </a:solidFill>
              </a:rPr>
              <a:t>-text</a:t>
            </a:r>
            <a:endParaRPr sz="25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ctrTitle"/>
          </p:nvPr>
        </p:nvSpPr>
        <p:spPr>
          <a:xfrm>
            <a:off x="872110" y="-2030424"/>
            <a:ext cx="10583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3771"/>
              </a:buClr>
              <a:buSzPts val="3300"/>
              <a:buFont typeface="Arial"/>
              <a:buNone/>
            </a:pPr>
            <a:r>
              <a:rPr lang="en-US"/>
              <a:t>Kết luận</a:t>
            </a:r>
            <a:endParaRPr b="1" i="0" sz="3300" u="none" cap="none" strike="noStrike">
              <a:solidFill>
                <a:srgbClr val="22377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324525" y="990425"/>
            <a:ext cx="10792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09" name="Google Shape;109;p15"/>
          <p:cNvSpPr txBox="1"/>
          <p:nvPr>
            <p:ph idx="1" type="subTitle"/>
          </p:nvPr>
        </p:nvSpPr>
        <p:spPr>
          <a:xfrm>
            <a:off x="872110" y="-782219"/>
            <a:ext cx="10583700" cy="38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033075" y="4351925"/>
            <a:ext cx="55965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chemeClr val="lt1"/>
                </a:solidFill>
              </a:rPr>
              <a:t>THANK YOU!</a:t>
            </a:r>
            <a:endParaRPr sz="4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costone Templat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